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Data Discovery helps you design new calculated fields, this tool helps you understand, govern and replicate the ones you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come from a real Master CF DDR export and illustrate the scale the tool is built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fields degrade gracefully rather than breaking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Tabs are independent — switching never reloads the file or loses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computes on file attach — no button to 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record is rendered in the Workday CF page style, so it reads like the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flow the tool was built around: follow the chain until Where-Used goes blank.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 is the practical migration artefact: a numbered checklist with each CF rendered as its Workday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Worker Status affects 199 CFs across 3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Consolidation is a review list: the export has no condition logic, so identical field sets can still differ in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you scope a report migration: find the report, list its CFs, build a Replication Kit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it to answer questions like "how many unused CFs sit on Worker?"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wrong slot assignment silently breaks a build in the target tenant; a red line costs ten seconds of judgment. That trade-off drives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828800" cy="1828800"/>
          </a:xfrm>
          <a:prstGeom prst="ellipse">
            <a:avLst/>
          </a:prstGeom>
          <a:solidFill>
            <a:srgbClr val="00A19C"/>
          </a:solidFill>
          <a:ln w="12700">
            <a:solidFill>
              <a:srgbClr val="00A1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1051560"/>
            <a:ext cx="1005840" cy="1005840"/>
          </a:xfrm>
          <a:prstGeom prst="ellipse">
            <a:avLst/>
          </a:prstGeom>
          <a:solidFill>
            <a:srgbClr val="003F7D"/>
          </a:solidFill>
          <a:ln w="12700">
            <a:solidFill>
              <a:srgbClr val="003F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 INVENTORY EXPLORER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Calculated Field lineage, governance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tenant replication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377440" cy="45720"/>
          </a:xfrm>
          <a:prstGeom prst="rect">
            <a:avLst/>
          </a:prstGeom>
          <a:solidFill>
            <a:srgbClr val="F38B00"/>
          </a:solidFill>
          <a:ln w="12700">
            <a:solidFill>
              <a:srgbClr val="F38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in · Six tabs · Runs entirely in your 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Prasanna Krishna Reddy 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you can do that Workday cannot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CF’s full lineage — what it is built from, and every CF built on it, until the chain goes blank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blast radius before changing a hub CF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dead weight: unused CFs, Do-Not-Use exposure, duplicate definitions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which reports, condition rules and integrations actually consume a CF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dependency-safe Replication Kit to rebuild a CF in another tenant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tenant, at a glance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28,658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828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42062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F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4828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deep (longest chain)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42062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3,393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20640" y="4828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Safe-delete candidates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42062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60920" y="4828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Do Not Use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0" y="4206240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43159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9,946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4828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consumers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computed live from the JSON you attach — nothing is hardcoded.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file: the Master CF DDR export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8F1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reads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name, Business Object, Function, Field Type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fields used (and any DNU fields among them)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 / Do Not Use / Shared flags, description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Used — CFs built on this CF (the chain)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Used — reports, rules, integrations …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0A1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Reference ID column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IDs are unique per calculated field, so chains resolve exactly — even when two CFs share a name on different Business Objects.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 the tool falls back to name matching, which silently loses branches.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file once — every tab then works instantly (index build is ~0.2 s on 28,658 CFs).</a:t>
            </a:r>
            <a:endParaRPr lang="en-US" sz="1300" dirty="0"/>
          </a:p>
        </p:txBody>
      </p:sp>
      <p:pic>
        <p:nvPicPr>
          <p:cNvPr id="11" name="Image 0" descr="/home/claude/shots/cfi_0_t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26280"/>
            <a:ext cx="1106424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TABS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for what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63500" dist="12700" dir="5400000">
              <a:srgbClr val="BFC8D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84248"/>
            <a:ext cx="384048" cy="38404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tenant at a glance: functions, BOs, in-use, shared, chain depth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63500" dist="12700" dir="5400000">
              <a:srgbClr val="BFC8D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984248"/>
            <a:ext cx="384048" cy="38404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Lineage Explorer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130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CF: its definition, what it is built from, everything built on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63500" dist="12700" dir="5400000">
              <a:srgbClr val="BFC8D2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01568"/>
            <a:ext cx="384048" cy="384048"/>
          </a:xfrm>
          <a:prstGeom prst="ellipse">
            <a:avLst/>
          </a:prstGeom>
          <a:solidFill>
            <a:srgbClr val="F38B0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00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5478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if I change this CF? The full downstream blast radius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63500" dist="12700" dir="5400000">
              <a:srgbClr val="BFC8D2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401568"/>
            <a:ext cx="384048" cy="384048"/>
          </a:xfrm>
          <a:prstGeom prst="ellipse">
            <a:avLst/>
          </a:prstGeom>
          <a:solidFill>
            <a:srgbClr val="F38B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3200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Cleanup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5478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Safe-delete candidates, DNU exposure, replication blockers, duplicates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63500" dist="12700" dir="5400000">
              <a:srgbClr val="BFC8D2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18888"/>
            <a:ext cx="384048" cy="384048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Explorer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9651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reports / rules / integrations consume which CFs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348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63500" dist="12700" dir="5400000">
              <a:srgbClr val="BFC8D2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818888"/>
            <a:ext cx="384048" cy="384048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4617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Inventory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49651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catalogue — the quick answer machine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Dashboard</a:t>
            </a:r>
            <a:endParaRPr lang="en-US" sz="2900" dirty="0"/>
          </a:p>
        </p:txBody>
      </p:sp>
      <p:pic>
        <p:nvPicPr>
          <p:cNvPr id="4" name="Image 0" descr="/home/claude/shots/cfi_1_das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78638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for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32520" y="19659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mix across all 34 CF functions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Business Objects carry the CF load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In-use vs unused, shared vs standalone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reused CFs — your hubs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CF-on-CF chain in the tenant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595360" y="457200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E8F1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47091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on an unfamiliar tenant. The hubs you see at the top of “Most reused” are the CFs you must never change casually.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 Lineage Explorer — the CF itself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CF by name (autocomplete shows its Business Object and function), then click Explore.</a:t>
            </a:r>
            <a:endParaRPr lang="en-US" sz="1400" dirty="0"/>
          </a:p>
        </p:txBody>
      </p:sp>
      <p:pic>
        <p:nvPicPr>
          <p:cNvPr id="5" name="Image 0" descr="/home/claude/shots/cfi_2_detai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1106424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 card gives you the definition, the standard fields it references, and — crucially — the Used In list: the reports and rules that would break if it changed.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8F1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tell the story at a glance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 ·  Business Object  ·  Field Type  ·  Shared  ·  Do Not Use  ·  Not In Use — duplicate names each get their own card, resolved by Reference ID.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Used — the downstream tree</a:t>
            </a:r>
            <a:endParaRPr lang="en-US" sz="2900" dirty="0"/>
          </a:p>
        </p:txBody>
      </p:sp>
      <p:pic>
        <p:nvPicPr>
          <p:cNvPr id="4" name="Image 0" descr="/home/claude/shots/cfi_4_tre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branch to expand its consumers, level by level, until nodes are marked “Terminal — chain ends here”. That is your blank Where-Used: the end of the chain.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4581144"/>
            <a:ext cx="219456" cy="219456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4526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ingredient CFs this one is made of — the upstream direction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5148072"/>
            <a:ext cx="219456" cy="219456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5093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Used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0" y="50932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CF built on this one — expanded on demand, until terminal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" y="5715000"/>
            <a:ext cx="219456" cy="219456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56601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references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74720" y="566013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flagged rather than looping forever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 Kit — rebuild a CF in another tenant</a:t>
            </a:r>
            <a:endParaRPr lang="en-US" sz="2900" dirty="0"/>
          </a:p>
        </p:txBody>
      </p:sp>
      <p:pic>
        <p:nvPicPr>
          <p:cNvPr id="4" name="Image 0" descr="/home/claude/shots/cfi_3_k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94944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Dependency-safe build order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0" y="1828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CF appears after everything it is built from — work top to bottom in the target tenant.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28803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View — compact 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View — collapsible CF pages, click + to expand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38404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E8F1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chip = field is new at this step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422452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chip = repeated from an earlier step (inherited from an ingredient CF — already accounted for)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51663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5257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a scaffold, not a specification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55280" y="55138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function’s design varies with the requirement — the cards will not always be a 100% match. Red “Depends on User requirement” means the export cannot prove it; the tool refuses to guess.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Analysis — what breaks if I change this?</a:t>
            </a:r>
            <a:endParaRPr lang="en-US" sz="2900" dirty="0"/>
          </a:p>
        </p:txBody>
      </p:sp>
      <p:pic>
        <p:nvPicPr>
          <p:cNvPr id="4" name="Image 0" descr="/home/claude/shots/cfi_5_impa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before touching any hub CF.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walks the complete recursive downstream closure and reports affected CFs, impact levels, Business Objects hit, shared CFs, and any Do-Not-Use CFs sitting in the blast radius — then lists every affected CF, closest first.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Cleanup</a:t>
            </a:r>
            <a:endParaRPr lang="en-US" sz="2900" dirty="0"/>
          </a:p>
        </p:txBody>
      </p:sp>
      <p:pic>
        <p:nvPicPr>
          <p:cNvPr id="4" name="Image 0" descr="/home/claude/shots/cfi_6_gov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8580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1883664"/>
            <a:ext cx="274320" cy="274320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Safe-delete candidates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1938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use AND nothing is built on them. Filter by Business Object.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2724912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0" y="3054096"/>
            <a:ext cx="274320" cy="2743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Do-Not-Use exposure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DNU but still in use or still consumed — contradictions worth fixing.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3895344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0" y="4224528"/>
            <a:ext cx="274320" cy="274320"/>
          </a:xfrm>
          <a:prstGeom prst="ellipse">
            <a:avLst/>
          </a:prstGeom>
          <a:solidFill>
            <a:srgbClr val="F38B0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blockers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0" y="4279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whose standard fields include DNU fields — these fail in a clean tenant.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60" y="5065776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5394960"/>
            <a:ext cx="274320" cy="274320"/>
          </a:xfrm>
          <a:prstGeom prst="ellipse">
            <a:avLst/>
          </a:prstGeom>
          <a:solidFill>
            <a:srgbClr val="00A19C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5175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candidates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0" y="54498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 + function + identical field set. Review candidates, not proven duplicates.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217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on first open — no button to press.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Explorer — per-report migration checklist</a:t>
            </a:r>
            <a:endParaRPr lang="en-US" sz="2900" dirty="0"/>
          </a:p>
        </p:txBody>
      </p:sp>
      <p:pic>
        <p:nvPicPr>
          <p:cNvPr id="4" name="Image 0" descr="/home/claude/shots/cfi_7_us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Area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Report, Condition Rule, Workflow Notification, Integration System, Discovery Board …) and search a report name. Each consumer expands to show exactly which CFs it uses — every one clickable straight into Lineage.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7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Inventory — the quick answer machine</a:t>
            </a:r>
            <a:endParaRPr lang="en-US" sz="2900" dirty="0"/>
          </a:p>
        </p:txBody>
      </p:sp>
      <p:pic>
        <p:nvPicPr>
          <p:cNvPr id="4" name="Image 0" descr="/home/claude/shots/cfi_8_brow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name, Business Object, function, In Use, Shared/Standalone and Do Not Use. Each row shows the description, standard-field count, direct-consumer count (with a terminal marker) and the Reference ID — click any name to jump into Lineage.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F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CARDS ARE FILLED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facts in blue. Judgment calls in red.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92608" cy="29260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CF fills the Source / Lookup Field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Workday chains work — each CF consumes the one before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292608" cy="29260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5420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CFs and “Any is True” fields go to Condition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88720" y="28620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 Source or Return. For ESI they also fill the Sort Field.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92424"/>
            <a:ext cx="292608" cy="29260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346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is the CF’s own new field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8720" y="36667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standard fields minus everything inherited from its ingredients — the blue chips.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97096"/>
            <a:ext cx="292608" cy="29260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15137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LRV Lookup must be Single instance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44714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Multi-instance field can only be a Return Value. Return Value itself may be any 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001768"/>
            <a:ext cx="292608" cy="292608"/>
          </a:xfrm>
          <a:prstGeom prst="ellipse">
            <a:avLst/>
          </a:prstGeom>
          <a:solidFill>
            <a:srgbClr val="F38B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9560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cannot be proven stays red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52760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formats, thresholds, ambiguous pairs: shown with the governing rule, never guessed.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806440"/>
            <a:ext cx="292608" cy="292608"/>
          </a:xfrm>
          <a:prstGeom prst="ellipse">
            <a:avLst/>
          </a:prstGeom>
          <a:solidFill>
            <a:srgbClr val="0875E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806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5760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before you build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6080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designs vary by requirement. The kit is a scaffold that removes the guesswork — it is not a 100% match to the CF you must create.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CF-Inventory-Explorer_User_Guide.md   ·   Author: Prasanna Krishna Reddy 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 Inventory Explorer — How to Use</dc:title>
  <dc:subject>PptxGenJS Presentation</dc:subject>
  <dc:creator>Prasanna Krishna Reddy Ch</dc:creator>
  <cp:lastModifiedBy>Prasanna Krishna Reddy Ch</cp:lastModifiedBy>
  <cp:revision>1</cp:revision>
  <dcterms:created xsi:type="dcterms:W3CDTF">2026-07-12T16:52:45Z</dcterms:created>
  <dcterms:modified xsi:type="dcterms:W3CDTF">2026-07-12T16:52:45Z</dcterms:modified>
</cp:coreProperties>
</file>